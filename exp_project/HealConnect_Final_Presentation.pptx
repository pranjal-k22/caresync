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HealConnect: IoT &amp; ML Remote Patient Monitoring</a:t>
            </a:r>
          </a:p>
          <a:p>
            <a:pPr algn="l">
              <a:spcBef>
                <a:spcPts val="1400"/>
              </a:spcBef>
              <a:spcAft>
                <a:spcPts val="2400"/>
              </a:spcAft>
              <a:defRPr sz="2000">
                <a:solidFill>
                  <a:srgbClr val="93C5FD"/>
                </a:solidFill>
              </a:defRPr>
            </a:pPr>
            <a:r>
              <a:t>B.Tech Final Year Capstone Project Presentation — Review-I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•  Continuous Sub-Second Telemetry Ingestion over MQTT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•  Machine Learning Deterioration Scoring (Random Forest 94.59% Accuracy)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•  Explainable AI (SHAP) Clinical Decision Support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•  Real-Time Server-Sent Events (SSE) Next.js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1. Introduction &amp; Healthcare Context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Addressing Delayed Intervention in Hospital Ward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Hospital Spot-Check Gap: Ward vitals recorded manually every 4–8 hours lead to unmonitored decompensation windows.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Clinical Deterioration Risks: Unnoticed sepsis onset, cardiac arrhythmia, or hypoxemia between nurse rounds.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HealConnect Solution: Continuous automated vital sign collection, multi-variable ML deterioration scoring, and low-latency UI alerts.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Target Audience: Physicians, ward nurses, intensive care staff, and hospital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2. Problem Statement &amp; Operational Challenges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Overcoming Static Threshold Alarms &amp; Data Silos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False Alarm Fatigue: Traditional bedside monitors trigger alarms on static single thresholds (e.g., HR &gt; 100 bpm), fatiguing clinicians.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Proprietary Lock-in: Legacy medical monitoring hardware streams over isolated non-standard protocols.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Network &amp; Hardware Constraints: Microcontrollers face high memory/bandwidth overhead running WebSockets or REST polling.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Black-Box ML Hesitancy: Clinicians require interpretable feature attribution rather than unexplainable risk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3. Project Objectives &amp; Scope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Key Deliverables &amp; Verification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Sub-Second Ingestion: ESP8266 + MAX30102/DHT22 IoT edge streaming vitals via MQTT (QoS 1).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Predictive Scoring: RandomForest model trained on 167,146 clinical samples achieving 94.59% accuracy &amp; 0.9120 ROC-AUC.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Explainable AI: SHAP TreeExplainer providing per-vital feature attribution vectors.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Verified Scope Boundaries: Core backend &amp; API 100% verified (84/84 PASS); physical ESP8266 board execution marked HARDWARE UNVERIFIED; Lead-II ECG marked SIMULATED.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4. Literature Review &amp; Technical Gaps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Comparing Existing Solutions against HealConnect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Transport Protocols: WebSockets require high connection framing vs. MQTT 2-byte lightweight headers.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Risk Modeling: Manual NEWS/MEWS scores lag behind automated 14-feature Random Forest ML prediction.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UI Streaming: HTTP REST polling increases server load vs. unidirectional FastAPI Server-Sent Events (SSE).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Privacy Frameworks: Multi-hospital data aggregation secured via Flower Federated Learning and Differential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5. Proposed HealConnect System Overview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End-to-End IoT Edge to Cloud-Native Streaming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IoT Edge Subsystem: ESP8266 microcontrollers reading MAX30102 (HR/SpO2) and DHT22 (Temp) sensors.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MQTT Messaging Core: Eclipse Mosquitto Broker with topic hierarchy healconnect/{hospital}/{device}/vitals.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Ingestion &amp; ML Core: Python paho-mqtt worker storing vitals, executing risk ML, and calculating SHAP scores.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Client Visual Analytics: FastAPI SSE broadcasting /telemetry/stream to Next.js 16 Recharts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6. High-Level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5-Tier Decoupled Platform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Tier 1 (IoT Edge): ESP8266 C++ Firmware (HealthConnect_Kit_ESP8266_Code.ino).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Tier 2 (MQTT Broker): Mosquitto Ports 1883 (TCP) &amp; 8883 (TLS) with ACL authorization.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Tier 3 (Ingestion &amp; DB): Python paho-mqtt worker + SQLAlchemy ORM (SQLite/Supabase).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Tier 4 (ML &amp; XAI Engine): risk_model.joblib + backend/app/explain.py (SHAP TreeExplainer).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Tier 5 (Streaming &amp; UI): FastAPI SSE broadcaster + Next.js 16 Pages router web client.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7. IoT Edge Architecture &amp; Sensor Integration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Firmware Implementation &amp; Hardware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ESP8266 Microcontroller: NodeMCU v1.0 running ESP8266WiFi.h &amp; PubSubClient.h.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MAX30102 Pulse Oximeter: Heart Rate (bpm) &amp; SpO2 (%) via I2C interface (SDA/SCL) [Firmware Implemented].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DHT22 / DS18B20 Sensor: Body Temperature (°C) via single-bus digital pin D2 [Firmware Implemented].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Simulated ECG Waveform Stream: Synthetic Lead-II cardiac telemetry stream [SIMULATED].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Hardware Status Disclaimer: Firmware compiled cleanly; physical board execution marked HARDWARE UNVERIFIED.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8. MQTT Broker &amp; Messaging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Eclipse Mosquitto Setup &amp; Quality of Service (QoS)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Broker Configuration: mosquitto/config/mosquitto.conf on Port 1883 / 8883 TLS.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Topic Taxonomy: healconnect/{hospital_id}/{device_id}/{data_type}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healconnect/+/+/vitals: Telemetry JSON payload with QoS 1 delivery guarantee.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healconnect/+/+/ecg: Streaming ECG waveform payload with QoS 0 delivery.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healconnect/+/+/status: Device connectivity status with Last Will &amp; Testament (LWT QoS 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9. Telemetry Ingestion Worker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Python paho-mqtt Background Processing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Subscription Loop: Worker listens to healconnect/+/+/vitals using paho-mqtt.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Parsing &amp; Validation: Validates numerical parameter bounds (HR: 30–220, SpO2: 50–100%).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Database Insertion: Saves raw vital sign records using SQLAlchemy ORM.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ML Triggering: Invokes risk_model.joblib inference and persists calculated risk scores.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SSE Queue Dispatch: Forwards validated payload to FastAPI SSE broadcaster queue.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10. FastAPI Core Backend &amp; REST API Inventory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High-Performance Asynchronous Services (FastAPI 0.115.8)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POST /auth/login &amp; /auth/register: OAuth2 password bearer authentication issuing JWT tokens.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GET &amp; POST /patients/: CRUD management for patient demographic and room allocation records.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POST /telemetry/ &amp; GET /telemetry/stream: REST ingestion &amp; real-time SSE stream endpoints.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POST /ml/predict-risk &amp; /ml/explain-risk: Invokes RandomForest inference and SHAP explainability.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Test Coverage: 27/27 core backend Pytest test cases passing (100% success rate).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11. Relational Database Schema &amp; Data Models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SQLAlchemy ORM (SQLite / Supabase PostgreSQL)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users: Clinician accounts, bcrypt password hashes, roles (doctor, nurse, admin).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patients: Demographics, age, gender, medical history, assigned room numbers.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devices: Registered ESP8266 IoT hardware MAC addresses assigned to patients.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vitals: Time-series telemetry logs (heart rate, SpO2, body temperature, timestamp).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risk_scores &amp; alerts: Calculated ML risk probability percentages and SHAP contribution vectors.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12. Machine Learning Deterioration Model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RandomForest Classifier (94.59% Accuracy, 0.9120 ROC-AUC)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Dataset: cleaned_hospital_data.csv containing 167,146 clinical patient observations.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14 Clinical Features: age, gender, heart_rate, spo2, temperature, sys_bp, dia_bp, respiratory_rate, gcs, wbcc, creatinine, lactate, heart_disease_history, diabetes_history.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Pipeline: Median imputation -&gt; StandardScaler -&gt; RandomForestClassifier(n_estimators=100, max_depth=12).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Holdout Evaluation Metrics: Accuracy: 94.59%, ROC-AUC: 0.9120, Precision: 0.9231, Recall: 0.8889, F1: 0.9057.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13. Explainable AI (SHAP) Decision Support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Transparent Feature Attribution via TreeExplainer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Service Implementation: backend/app/explain.py using shap.TreeExplainer.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Clinical Functionality: Computes mathematical Shapley contribution values for each vital sign.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Transparency Value: Explains to attending doctors WHY a patient was escalated to HIGH RISK.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Example Attribution: Flags SpO2 = 88% as contributing +42% towards high deterioration probability.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14. Disease Outbreak &amp; Federated Learning Sandbox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Multi-Hospital Privacy-Preserving ML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Outbreak Model: GradientBoostingClassifier trained on 15,000 samples (96.58% Acc, 0.9970 ROC-AUC).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Flower Federated Learning: flwr client/server architecture for multi-hospital model aggregation.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Differential Privacy Prototype: exp_project/federated_differential_privacy.py injecting Laplace noise.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Arrhythmia Prototype: exp_project/ecg_arrhythmia_prototype.py 1D-CNN Isolation Forest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15. Next.js 16 Web Client &amp; Real-Time SSE UI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Responsive Clinical Monitoring Portal (React 19 / Recharts)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pages/dashboard.jsx: Patient risk summary grid, triage cards, and active alert notifications.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pages/live-monitoring.jsx: Sub-second vital streaming view using browser EventSource API.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components/LiveMonitor/: Digital gauge readouts, animated pulse indicators, and ECG visualizer.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Recharts Integration: Dynamic timeseries charts updating without full page re-renders.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16. Authentication &amp; System Security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Enterprise Multi-Layer 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Application Auth: OAuth2 password bearer flow with HS256 signed JWT tokens.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Password Security: Passlib bcrypt password salt hashing for stored user credentials.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MQTT Security: Password file authentication and topic Access Control Lists (ACLs).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Secrets &amp; Logs: Environment variables loaded via .env.local; sensitive tokens redacted as [REDACTED].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18. Docker Containerization &amp; Deployment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Orchestrated Multi-Container Infrastructure (docker-compose.yml)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Frontend Container: Next.js 16 web server running on Port 3000.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Backend Container: FastAPI Uvicorn web server running on Port 8000.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Mosquitto Container: Eclipse Mosquitto MQTT broker running on Ports 1883 &amp; 8883 TLS.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Network &amp; Storage: Isolated bridge networks and persistent storage volumes for databases and logs.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19. Verification Matrix &amp; Automated Test Results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100% Passing Test Rate Across All Automated Suites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Backend Pytest Suite: 27 / 27 PASS (100% test pass rate).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Scratch Stage Automated Tests: 57 / 57 PASS (100% test pass rate).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Total Verified Automated Tests: 84 / 84 PASS (100% overall test pass rate).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Next.js Webpack Build: 45 / 45 pages compiled cleanly with zero build errors.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20. Hardware Classification &amp; ECG Disclaimers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Explicit Status Disclaimers for Academic Rigor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Physical Edge Hardware: ESP8266 firmware compiled; physical board execution marked HARDWARE UNVERIFIED.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ECG Rhythm Data: Lead-II single-lead ECG signal visualization is software SIMULATED.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Medical Use Disclaimer: HealConnect is a prototype decision support tool; NOT certified for diagnostic clinical use.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Academic Transparency: All software integration components verified via automated test suites.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21. Real-World Healthcare Applicability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Clinical Benefits in General Ward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Early Warning Automation: Replaces 4-hour spot checks with sub-second continuous monitoring.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Prioritized Triage: Directs nursing staff attention to HIGH RISK patients first.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Reduced Clinician Fatigue: Multi-variable ML scoring prevents false alarms caused by minor vital fluctuations.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Multi-Site Scalability: Standardized MQTT and FHIR R4 export support multi-hospital networks.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22. System Limitations &amp; Technical Boundaries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Documented Constraints for Future Engineering Iterations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Hardware Verification Constraint: Physical ESP8266 board hardware testing was unavailable during automated testing.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Demographic Data Dependency: ML deterioration model requires patient baseline blood pressure and lactate levels.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ECG Simulation Constraint: Lead-II ECG waveform rendering relies on synthetic signal generation.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SSE Browser Constraint: Server-Sent Events support unidirectional streaming from server to client.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23. Future Scope &amp; Development Roadmap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Planned Enhancements &amp; Engineering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Edge ML Deployment: Implementing TensorFlow Lite for Microcontrollers (TFLite Micro) on ESP32 edge nodes.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HL7 FHIR R4 Integration: Native API endpoints converting telemetry into FHIR Patient and Observation resources.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Physical Hardware Validation: Extended hardware testing with physical MAX30102 pulse oximeter breakout boards.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1D-CNN Arrhythmia Model: Integrating real-time cardiac arrhythmia classification into production FastAPI backend.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24. Conclusion &amp; Oral Defense Summary</a:t>
            </a:r>
          </a:p>
          <a:p>
            <a:pPr>
              <a:spcBef>
                <a:spcPts val="400"/>
              </a:spcBef>
              <a:defRPr sz="1300">
                <a:solidFill>
                  <a:srgbClr val="93C5FD"/>
                </a:solidFill>
              </a:defRPr>
            </a:pPr>
            <a:r>
              <a:t>Summary of HealConnect B.Tech Capstone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094415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Successfully Developed: Low-latency continuous IoT remote patient monitoring and decision support platform.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Predictive Performance: Random Forest ML model achieves 94.59% accuracy and 0.9120 ROC-AUC.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Explainable Decision Support: SHAP TreeExplainer delivers transparent vital parameter feature contributions.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✔   Fully Verified Software: 84/84 automated test cases passing and 45/45 Next.js pages compiled cleanly.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